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4B839-CC62-A3D7-3513-4210043036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FE384F-5CE9-121E-0E13-C5785692B6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E1DAB-9FFC-72A4-2483-C07BCFD5C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54E37-607F-43C7-853C-17D6453CD7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E16DB-F51C-94A1-DF90-14DB321C8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640BD-EB81-A788-3186-5831A8D59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A116-1C24-4830-AAE7-D5260C609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884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3E9F-35AB-E898-C8E9-CBD4CCCCB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8CDD1-6C7D-6CD8-599C-5818863FC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94FA3-7A79-956C-BCB8-CE55B2135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54E37-607F-43C7-853C-17D6453CD7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11215-1D8E-2892-96CB-81DA5FF68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03DDE-36C9-E569-310F-04039D73B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A116-1C24-4830-AAE7-D5260C609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95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2EA67-1F33-2152-E101-CF5010034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B7D99-DB9C-2C3C-41F2-24B92092B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4CB31-CF3F-58DF-52BD-50AEB9C9A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54E37-607F-43C7-853C-17D6453CD7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8DD4A-F170-34D8-FD60-D22D190D9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4E660-30E9-6FE7-7093-FDB37ED1C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A116-1C24-4830-AAE7-D5260C609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71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1573A-5E04-C729-2C6A-D6516CB81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254CB-480B-F070-E2E6-14AA664734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0A9187-A76C-12AC-D183-066F907E83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C8C984-6B82-30ED-68BF-AA2B03922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54E37-607F-43C7-853C-17D6453CD7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255BD-6A65-486A-D3F1-298B45B25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0FC2C-6B3D-D301-3549-FFE85F81C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A116-1C24-4830-AAE7-D5260C609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829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BAFAD-F9F4-54BC-A6AA-64CF0B73D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3B413-EAEA-12FB-FC0B-A6A1360BE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ABAA5F-787D-4508-267C-B188B67BD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9BC1CC-7DE3-1E59-6289-1FD875B6B4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32B868-4B43-473E-46FF-701735228E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9507E5-198D-D796-30B5-CDED49000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54E37-607F-43C7-853C-17D6453CD7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3E90AC-C17B-4855-3B96-7304101C2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8ABCF2-5748-7C76-C551-3D9E68BA2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A116-1C24-4830-AAE7-D5260C609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76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737DE-C399-8946-5339-90B0F07C6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C861FF-B638-94CD-FEC8-C4E447EC6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54E37-607F-43C7-853C-17D6453CD7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94540-BEBA-41EC-357B-FBE6657F1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FF8A33-C1D7-3BB4-D735-1BCB8AA2A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A116-1C24-4830-AAE7-D5260C609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335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784A1F-6DF1-0C63-94B9-54395110C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54E37-607F-43C7-853C-17D6453CD7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9F86E0-827A-CFDB-DD7C-512CEAEF0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D5E98-F87F-72C8-51BF-0B0438F7B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A116-1C24-4830-AAE7-D5260C609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213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B0C96-2930-7726-1E33-B09B0C683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D1895-FCC4-F32B-0697-B06F824FF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643E78-1424-77A9-CFB3-7EEF291A2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71A57-7CD5-2452-B7C0-E5CA4399F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54E37-607F-43C7-853C-17D6453CD7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D63BD-1331-8243-59D1-A531B26DC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2404E9-633B-90B2-8185-6395F3954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A116-1C24-4830-AAE7-D5260C609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771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D3740-34AF-7EB0-FA67-CCC21B53B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35D353-1515-0DD6-C684-73FE5D63E8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2D353B-F145-93FD-BB3F-FB131D23BC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DD7FB-FE71-423C-E28E-1BCC7091E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54E37-607F-43C7-853C-17D6453CD7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7E481-D61D-20D3-FF1B-C21CFBB6D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909A87-5625-A0DF-4CDB-4295D12D4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A116-1C24-4830-AAE7-D5260C609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953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65905-B91F-F73A-4B76-7CC7C4154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1D11E0-047E-6B19-D7EE-5D8C81A163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1A2F2-3AB5-5392-7001-24B12E63E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54E37-607F-43C7-853C-17D6453CD7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8E32E-31DA-F421-11AB-28D8A97A9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CEAEB-4F99-9F2E-ADE3-0B69D0F37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A116-1C24-4830-AAE7-D5260C609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33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D7B4EC-A090-C211-2703-15242FDE8F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58E68C-3982-144C-DA56-0283F53830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F9C6D-C138-154B-20CF-3D23FDA5E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54E37-607F-43C7-853C-17D6453CD7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C09F6-1A35-F393-CFAF-63AFC3F79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A4752-49DE-CF6E-5932-A1EABCB75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9A116-1C24-4830-AAE7-D5260C609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725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768505-E60C-BF4C-67D8-FC790AFA1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9A31A-ECC3-5885-CD8A-B15777069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641D4-CAAF-96FE-E5E6-34BD3E4CA8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C54E37-607F-43C7-853C-17D6453CD7EE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14FEC-48E9-50E2-605E-14CA3AE5EA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82186-5808-7D7C-331E-C2592A1127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49A116-1C24-4830-AAE7-D5260C6094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872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uzzle table Images - Free Download on Freepik">
            <a:extLst>
              <a:ext uri="{FF2B5EF4-FFF2-40B4-BE49-F238E27FC236}">
                <a16:creationId xmlns:a16="http://schemas.microsoft.com/office/drawing/2014/main" id="{C90DDC43-E04D-03C1-E6FF-2A6CBE73163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8256" y="1036320"/>
            <a:ext cx="6025396" cy="4014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8 Tips to Store and Display Your Puzzles From Jigsaw Pros | Wirecutter">
            <a:extLst>
              <a:ext uri="{FF2B5EF4-FFF2-40B4-BE49-F238E27FC236}">
                <a16:creationId xmlns:a16="http://schemas.microsoft.com/office/drawing/2014/main" id="{345682D9-9B51-A486-5D73-7317449BC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" y="265177"/>
            <a:ext cx="4785360" cy="4785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A99783-443C-2D93-2677-B1D76E9236E2}"/>
              </a:ext>
            </a:extLst>
          </p:cNvPr>
          <p:cNvSpPr txBox="1"/>
          <p:nvPr/>
        </p:nvSpPr>
        <p:spPr>
          <a:xfrm>
            <a:off x="563880" y="5050537"/>
            <a:ext cx="478536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Low Retrieval Length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38F33A-37F3-6629-6F64-61DB5EC4D412}"/>
              </a:ext>
            </a:extLst>
          </p:cNvPr>
          <p:cNvSpPr txBox="1"/>
          <p:nvPr/>
        </p:nvSpPr>
        <p:spPr>
          <a:xfrm>
            <a:off x="5858256" y="5050537"/>
            <a:ext cx="60253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High Retrieval Length</a:t>
            </a:r>
          </a:p>
        </p:txBody>
      </p:sp>
    </p:spTree>
    <p:extLst>
      <p:ext uri="{BB962C8B-B14F-4D97-AF65-F5344CB8AC3E}">
        <p14:creationId xmlns:p14="http://schemas.microsoft.com/office/powerpoint/2010/main" val="3182021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Yi</dc:creator>
  <cp:lastModifiedBy>John Yi</cp:lastModifiedBy>
  <cp:revision>1</cp:revision>
  <dcterms:created xsi:type="dcterms:W3CDTF">2026-04-22T21:40:53Z</dcterms:created>
  <dcterms:modified xsi:type="dcterms:W3CDTF">2026-04-22T21:44:07Z</dcterms:modified>
</cp:coreProperties>
</file>